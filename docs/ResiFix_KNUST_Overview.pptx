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ResiFix KNUST: a mobile app that lets hall residents report maintenance faults and follow them to completion. This version adds the News and Emergency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has four tabs. Reporting and tracking were in the earlier deck; News and Emergency are covered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 is blocked when the student already has this exact fault open, and a partial unique index in Postgres guarantees it even if the app check is bypassed.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News tab replaced hardcoded sample articles. A sync function keeps a local table in step with the university's own news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Emergency is a static, always-available contact list. Tapping a card opens the dialler with the number already entered.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mobile app and the admin dashboard share one Supabase project, so a status change on the dashboard reaches the student's phone over realtime.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The two new sections are the answer to feedback that the app only handled the reporting half of hall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1600200"/>
            <a:ext cx="3017520" cy="3017520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49640" y="16002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ResiFix KNUST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272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maintenance reporting for KNUST residents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 fault · Track the repair · Read campus news · Reach help fast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  ·  Supabase  ·  Admin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does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sections, one bottom tab bar.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39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203704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609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category, describe the fault, attach photos or video, submit.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874520"/>
            <a:ext cx="5239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2552" y="2203704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2552" y="2203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6609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gets a reference and a live status the student can follow.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931920"/>
            <a:ext cx="5239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4261104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7183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KNUST announcements, mirrored from knust.edu.gh into the app.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3931920"/>
            <a:ext cx="5239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4261104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02552" y="4261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224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71830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fire, medical and maintenance lines — one tap to dial.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 fault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screens, under a minute.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48840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200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Electrical, Plumbing, Carpentry or Masonry.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18745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21024" y="2148840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3200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five common faults, or write your 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53912" y="18745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2148840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00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or a short video, uploaded to storage.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79408" y="187452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72016" y="2148840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72016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72016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2004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room and submit. A reference is issued.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11082528" cy="1298448"/>
          </a:xfrm>
          <a:prstGeom prst="roundRect">
            <a:avLst>
              <a:gd name="adj" fmla="val 7042"/>
            </a:avLst>
          </a:prstGeom>
          <a:solidFill>
            <a:srgbClr val="FDF6F5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8680" y="4828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Filed once, only once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230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open fault cannot be submitted twice — enforced in the app and again by a database constraint. A roommate's matching report is surfaced as a warning instead.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campus announcements, not placeholder content.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6537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91056" y="20939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Mirrored from the source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91056" y="24597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function pulls stories from knust.edu.gh into the database, so the feed is never hand-maintained.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6537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59359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91056" y="35570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Featured plus filters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91056" y="392277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newest story leads the screen; the rest are filterable by category.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4800600"/>
            <a:ext cx="653796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505663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91056" y="50200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offline, opens online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91056" y="53858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render from cached data; tapping opens the full article on knust.edu.gh.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35240" y="1874520"/>
            <a:ext cx="3950208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2121408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72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218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live in the feed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187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September 2026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5029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knust.edu.gh/news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is not a maintenance ticket, it is a phone call.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0991088" cy="1188720"/>
          </a:xfrm>
          <a:prstGeom prst="roundRect">
            <a:avLst>
              <a:gd name="adj" fmla="val 7692"/>
            </a:avLst>
          </a:prstGeom>
          <a:solidFill>
            <a:srgbClr val="AF101A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299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KNUST Campus Security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4144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dispatch for all urgent campus matters.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1579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+233 24 123 4567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&amp; hall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611880"/>
            <a:ext cx="523951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41832" y="3767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Police Station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86200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+233 32 206 0418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523951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41832" y="45902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Department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45902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5257800"/>
            <a:ext cx="523951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1832" y="54132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Emergency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541324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 4321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246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611880"/>
            <a:ext cx="523951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702552" y="376732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KNUST Hospital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376732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+233 32 206 0296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55080" y="4434840"/>
            <a:ext cx="5239512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02552" y="459028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Health Services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45902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 2222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530352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dials directly — no copying numbers, no searching.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94360" y="1783080"/>
            <a:ext cx="31363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8483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587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on Expo SDK 54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 tab navigation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cache for feeds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1363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208483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108960"/>
            <a:ext cx="2587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with row-level security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storage and realtime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enforce the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58200" y="1783080"/>
            <a:ext cx="3136392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BEBA"/>
            </a:solidFill>
            <a:prstDash val="solid"/>
          </a:ln>
          <a:effectLst>
            <a:outerShdw sx="100000" sy="100000" kx="0" ky="0" algn="bl" rotWithShape="0" blurRad="127000" dist="25400" dir="5400000">
              <a:srgbClr val="8A7A7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0" y="2084832"/>
            <a:ext cx="475488" cy="475488"/>
          </a:xfrm>
          <a:prstGeom prst="ellipse">
            <a:avLst/>
          </a:prstGeom>
          <a:solidFill>
            <a:srgbClr val="AF101A"/>
          </a:solidFill>
          <a:ln w="12700">
            <a:solidFill>
              <a:srgbClr val="AF101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2670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108960"/>
            <a:ext cx="2587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 on triggers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emailed on new reports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A4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synced from knust.edu.gh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709160"/>
            <a:ext cx="10991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hall admins and technicians all work from the same records.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categories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sections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stories synced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2331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F1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32735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lines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tracking were working. News and Emergency close the gap between a maintenance queue and everything else a resident needs on a bad day.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7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ResiFix KNUST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ResiFix KNUST</dc:title>
  <dc:subject>PptxGenJS Presentation</dc:subject>
  <dc:creator>ResiFix KNUST</dc:creator>
  <cp:lastModifiedBy>ResiFix KNUST</cp:lastModifiedBy>
  <cp:revision>1</cp:revision>
  <dcterms:created xsi:type="dcterms:W3CDTF">2026-09-10T08:47:00Z</dcterms:created>
  <dcterms:modified xsi:type="dcterms:W3CDTF">2026-09-10T08:47:00Z</dcterms:modified>
</cp:coreProperties>
</file>