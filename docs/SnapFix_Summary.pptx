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1031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SnapFix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maintenance reporting for KNUST residential halls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AF101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A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66928" y="1737360"/>
            <a:ext cx="3931920" cy="3200400"/>
          </a:xfrm>
          <a:prstGeom prst="roundRect">
            <a:avLst>
              <a:gd name="adj" fmla="val 2571"/>
            </a:avLst>
          </a:prstGeom>
          <a:solidFill>
            <a:srgbClr val="FCF6F5"/>
          </a:solidFill>
          <a:ln w="9525">
            <a:solidFill>
              <a:srgbClr val="E4BEB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2148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86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for a student to check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anything happened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783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are reported by hand in a paper logbook at the porter's lodge.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2377440"/>
            <a:ext cx="6766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friction — small faults go unreported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descriptions — one repair becomes two visits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once the report is written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agree a repair time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on which blocks fail most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81944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9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A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of the Project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66928" y="1737360"/>
            <a:ext cx="11055096" cy="1371600"/>
          </a:xfrm>
          <a:prstGeom prst="roundRect">
            <a:avLst>
              <a:gd name="adj" fmla="val 5333"/>
            </a:avLst>
          </a:prstGeom>
          <a:solidFill>
            <a:srgbClr val="1A1C1C"/>
          </a:solidFill>
          <a:ln w="12700">
            <a:solidFill>
              <a:srgbClr val="1A1C1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78408" y="1993392"/>
            <a:ext cx="10232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replace the paper logbook with an end-to-end digital workflow that carries a fault from the student's room to a scheduled, tracked repair.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347472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CF6F5"/>
          </a:solidFill>
          <a:ln w="9525">
            <a:solidFill>
              <a:srgbClr val="E4BEB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F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reporting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trades, pre-defined faults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5848" y="347472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F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evidence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416052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and video at the point of report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44768" y="347472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CF6F5"/>
          </a:solidFill>
          <a:ln w="9525">
            <a:solidFill>
              <a:srgbClr val="E4BEB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F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16052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Scheduled → Resolved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33688" y="347472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F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isolation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416052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account, one hall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81944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9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A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of Existing Systems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66928" y="1783080"/>
            <a:ext cx="3493008" cy="2286000"/>
          </a:xfrm>
          <a:prstGeom prst="roundRect">
            <a:avLst>
              <a:gd name="adj" fmla="val 3600"/>
            </a:avLst>
          </a:prstGeom>
          <a:solidFill>
            <a:srgbClr val="FCF6F5"/>
          </a:solidFill>
          <a:ln w="9525">
            <a:solidFill>
              <a:srgbClr val="E4BEB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9536" y="2057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logbook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59536" y="2926080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tracking. Illegible. Reports get lost.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79392" y="1783080"/>
            <a:ext cx="349300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2057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6B63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web forms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926080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camera, no push, no offline use.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1856" y="1783080"/>
            <a:ext cx="349300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84464" y="2057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69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portals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284464" y="2926080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leases and rent. Licensed per unit.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4434840"/>
            <a:ext cx="11055096" cy="1051560"/>
          </a:xfrm>
          <a:prstGeom prst="roundRect">
            <a:avLst>
              <a:gd name="adj" fmla="val 6957"/>
            </a:avLst>
          </a:prstGeom>
          <a:solidFill>
            <a:srgbClr val="1A1C1C"/>
          </a:solidFill>
          <a:ln w="12700">
            <a:solidFill>
              <a:srgbClr val="1A1C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8408" y="4736592"/>
            <a:ext cx="10232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models a hall, a block or a floor — and halls are not apartments.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981944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9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A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66928" y="1783080"/>
            <a:ext cx="3493008" cy="2468880"/>
          </a:xfrm>
          <a:prstGeom prst="roundRect">
            <a:avLst>
              <a:gd name="adj" fmla="val 3333"/>
            </a:avLst>
          </a:prstGeom>
          <a:solidFill>
            <a:srgbClr val="FCF6F5"/>
          </a:solidFill>
          <a:ln w="9525">
            <a:solidFill>
              <a:srgbClr val="E4BEB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9536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59536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338328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number issued on submission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79392" y="1783080"/>
            <a:ext cx="349300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halls isolated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38328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the database, not the interface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91856" y="1783080"/>
            <a:ext cx="349300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84464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8284464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clients, 1 rulebook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338328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web share one set of rules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66344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are not boundaries — every rule that mattered had to move into the database before it was real.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0981944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9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0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37744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8D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reports a fault with photographic evidence in under a minute. The responsible hall admin is alerted automatically. The boundary between one hall and the next is enforced by the database, not the interface.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4206240"/>
            <a:ext cx="3493008" cy="1371600"/>
          </a:xfrm>
          <a:prstGeom prst="roundRect">
            <a:avLst>
              <a:gd name="adj" fmla="val 5333"/>
            </a:avLst>
          </a:prstGeom>
          <a:solidFill>
            <a:srgbClr val="26292A"/>
          </a:solidFill>
          <a:ln w="9525">
            <a:solidFill>
              <a:srgbClr val="3A3D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4407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4791456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 dashboard, database, alerts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79392" y="4206240"/>
            <a:ext cx="3493008" cy="1371600"/>
          </a:xfrm>
          <a:prstGeom prst="roundRect">
            <a:avLst>
              <a:gd name="adj" fmla="val 5333"/>
            </a:avLst>
          </a:prstGeom>
          <a:solidFill>
            <a:srgbClr val="26292A"/>
          </a:solidFill>
          <a:ln w="9525">
            <a:solidFill>
              <a:srgbClr val="3A3D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3712" y="4407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4791456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tested as each role, not through the UI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1856" y="4206240"/>
            <a:ext cx="3493008" cy="1371600"/>
          </a:xfrm>
          <a:prstGeom prst="roundRect">
            <a:avLst>
              <a:gd name="adj" fmla="val 5333"/>
            </a:avLst>
          </a:prstGeom>
          <a:solidFill>
            <a:srgbClr val="26292A"/>
          </a:solidFill>
          <a:ln w="9525">
            <a:solidFill>
              <a:srgbClr val="3A3D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6176" y="4407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4791456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delivery, technician portal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AF10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SnapFix — Summary</dc:title>
  <dc:subject>PptxGenJS Presentation</dc:subject>
  <dc:creator>PptxGenJS</dc:creator>
  <cp:lastModifiedBy>PptxGenJS</cp:lastModifiedBy>
  <cp:revision>1</cp:revision>
  <dcterms:created xsi:type="dcterms:W3CDTF">2026-09-09T14:45:14Z</dcterms:created>
  <dcterms:modified xsi:type="dcterms:W3CDTF">2026-09-09T14:45:14Z</dcterms:modified>
</cp:coreProperties>
</file>